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85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SPHERE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Interactive Gaming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54864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Ahmed Abd El Monem  |  23P0423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Elbaramawy  |  24P0203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Khaled Aly Ibrahim Gaballa  |  22P0238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Khaled Ahmed  |  24P0133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Shady Ahmed Maged Ahmed Mohamed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Mechatronics Engineering — Ain Shams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12344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white + 5 black)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560320" cy="12344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868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(years)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822960"/>
            <a:ext cx="2560320" cy="12344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868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Parts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 filament)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176272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fully functioning electromechanical toy for children aged 2–10. Players control adjustable cannons to shoot coloured balls into a basket. An Archimedes screw lifts balls, infrared sensors detect colour, and a servo motor sorts them. Scores update in real-time on an LCD screen and a mobile application. Parts are designed in Autodesk Inventor 2024 and manufactured via 3D printing and laser cutting.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8412480" cy="7315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784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Cannon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3990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cannons allow players to aim and shoot balls towards a target basket, enhancing hand-eye coordination.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68680"/>
            <a:ext cx="73152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9784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Ball Lifting Mechanism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3990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and scored balls are collected and lifted back using an Archimedes screw mechanism for continuous play.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11480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834640"/>
            <a:ext cx="73152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9443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Sorting Mechanism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336499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sensors detect ball colour; a servo motor classifies and routes them to the correct team lane.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834640"/>
            <a:ext cx="73152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9443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Scoreboard &amp; Interface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336499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updated in real-time on an LCD screen and a companion mobile application.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155448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12801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7830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Archimedes screw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lifts balls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for replay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554480" cy="3474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1645920"/>
            <a:ext cx="12801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7830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cannon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&amp; launches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at the basket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3474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86200" y="1645920"/>
            <a:ext cx="12801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17830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+ servo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classifies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by colour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554480" cy="3474720"/>
          </a:xfrm>
          <a:prstGeom prst="rect">
            <a:avLst/>
          </a:prstGeom>
          <a:solidFill>
            <a:srgbClr val="02A67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23560" y="1645920"/>
            <a:ext cx="12801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7830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via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Bluetooth/WiFi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005840"/>
            <a:ext cx="1554480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60920" y="1645920"/>
            <a:ext cx="12801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78308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Arduino MCUs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LCD display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SYSTEM FLOWCHART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0" y="722376"/>
            <a:ext cx="1371600" cy="301752"/>
          </a:xfrm>
          <a:prstGeom prst="roundRect">
            <a:avLst>
              <a:gd name="adj" fmla="val 4545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72237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Power 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71800" y="1024128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286000" y="1106424"/>
            <a:ext cx="137160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106424"/>
            <a:ext cx="137160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balls into cannons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1408176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286000" y="1490472"/>
            <a:ext cx="1371600" cy="301752"/>
          </a:xfrm>
          <a:prstGeom prst="rect">
            <a:avLst/>
          </a:prstGeom>
          <a:solidFill>
            <a:srgbClr val="1C729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490472"/>
            <a:ext cx="137160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aims &amp; shoots cannon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71800" y="1792224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286000" y="1874520"/>
            <a:ext cx="1371600" cy="402336"/>
          </a:xfrm>
          <a:prstGeom prst="diamond">
            <a:avLst/>
          </a:prstGeom>
          <a:solidFill>
            <a:srgbClr val="FDE68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874520"/>
            <a:ext cx="1371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enters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71800" y="2276856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3017520" y="2112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075688"/>
            <a:ext cx="21031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3703320" y="18928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60720" y="1924812"/>
            <a:ext cx="1371600" cy="301752"/>
          </a:xfrm>
          <a:prstGeom prst="rect">
            <a:avLst/>
          </a:prstGeom>
          <a:solidFill>
            <a:srgbClr val="B45309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924812"/>
            <a:ext cx="137160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shot 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lane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0" y="2359152"/>
            <a:ext cx="137160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2359152"/>
            <a:ext cx="137160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1 detects ball colour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2660904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286000" y="2743200"/>
            <a:ext cx="658368" cy="374904"/>
          </a:xfrm>
          <a:prstGeom prst="rect">
            <a:avLst/>
          </a:prstGeom>
          <a:solidFill>
            <a:srgbClr val="065A82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743200"/>
            <a:ext cx="658368" cy="3749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score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99232" y="2743200"/>
            <a:ext cx="658368" cy="374904"/>
          </a:xfrm>
          <a:prstGeom prst="rect">
            <a:avLst/>
          </a:prstGeom>
          <a:solidFill>
            <a:srgbClr val="065A82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2743200"/>
            <a:ext cx="658368" cy="3749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LCD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71800" y="3118104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286000" y="3200400"/>
            <a:ext cx="137160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3200400"/>
            <a:ext cx="137160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Archimedes screw lifts ball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71800" y="3502152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2286000" y="3584448"/>
            <a:ext cx="1371600" cy="301752"/>
          </a:xfrm>
          <a:prstGeom prst="rect">
            <a:avLst/>
          </a:prstGeom>
          <a:solidFill>
            <a:srgbClr val="1C729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3584448"/>
            <a:ext cx="137160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2 identifies colour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71800" y="3886200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2286000" y="3968496"/>
            <a:ext cx="137160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3968496"/>
            <a:ext cx="137160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sorts ball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team lane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971800" y="4270248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2286000" y="4352544"/>
            <a:ext cx="1371600" cy="402336"/>
          </a:xfrm>
          <a:prstGeom prst="diamond">
            <a:avLst/>
          </a:prstGeom>
          <a:solidFill>
            <a:srgbClr val="FDE68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4352544"/>
            <a:ext cx="1371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71800" y="4754880"/>
            <a:ext cx="0" cy="8229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41" name="Text 39"/>
          <p:cNvSpPr/>
          <p:nvPr/>
        </p:nvSpPr>
        <p:spPr>
          <a:xfrm>
            <a:off x="3017520" y="45902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74520" y="4553712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1696212"/>
            <a:ext cx="0" cy="28575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74520" y="1696212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45" name="Text 43"/>
          <p:cNvSpPr/>
          <p:nvPr/>
        </p:nvSpPr>
        <p:spPr>
          <a:xfrm>
            <a:off x="1581912" y="43708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0" y="4837176"/>
            <a:ext cx="1371600" cy="301752"/>
          </a:xfrm>
          <a:prstGeom prst="roundRect">
            <a:avLst>
              <a:gd name="adj" fmla="val 4545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483717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/ Display Final Score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&amp;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1148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22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 Deliverables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(Work Breakdown Structure)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PDS – Product Design Specifications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System Flowchart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System Block Diagram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Diagrams (per subsystem)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 Schematic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41148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41148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822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Tools &amp; Software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Autodesk Inventor 2024 (3D CAD)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Fritzing (PCB design)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(firmware)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 (project management)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 (circuit simulation)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Printer &amp; Laser Cutter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32004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entertainment with education for children aged 2–10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Hand-eye coordination &amp; problem-solving through interactive gameplay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cohesive subsystems: shooting, lifting, sorting &amp; scoring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Adheres to ergonomic and child safety standards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PLA materials — aligns with sustainability goals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enables easy maintenance and mass production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Mechatronics Engineering — Ain Shams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487</Words>
  <Application>Microsoft Office PowerPoint</Application>
  <PresentationFormat>On-screen Show (16:9)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Electromechanical Interactive Toy</dc:title>
  <dc:subject>PptxGenJS Presentation</dc:subject>
  <dc:creator>PptxGenJS</dc:creator>
  <cp:lastModifiedBy>omar khaled</cp:lastModifiedBy>
  <cp:revision>2</cp:revision>
  <dcterms:created xsi:type="dcterms:W3CDTF">2026-05-31T15:20:36Z</dcterms:created>
  <dcterms:modified xsi:type="dcterms:W3CDTF">2026-05-31T16:55:24Z</dcterms:modified>
</cp:coreProperties>
</file>